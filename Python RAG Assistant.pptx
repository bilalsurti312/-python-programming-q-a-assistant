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Urbanist" panose="020B0604020202020204" charset="0"/>
      <p:regular r:id="rId13"/>
      <p:bold r:id="rId14"/>
      <p:italic r:id="rId15"/>
      <p:boldItalic r:id="rId16"/>
    </p:embeddedFont>
    <p:embeddedFont>
      <p:font typeface="Urbanist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3513" y="520511"/>
            <a:ext cx="1160145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Python </a:t>
            </a:r>
            <a:r>
              <a:rPr lang="en-US" sz="63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r>
              <a:rPr lang="en-US" sz="6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Assistant </a:t>
            </a:r>
            <a:r>
              <a:rPr lang="en-US" sz="63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Langchain</a:t>
            </a:r>
            <a:r>
              <a:rPr lang="en-US" sz="6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+ </a:t>
            </a:r>
            <a:r>
              <a:rPr lang="en-US" sz="63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Qdrant</a:t>
            </a:r>
            <a:r>
              <a:rPr lang="en-US" sz="6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+ </a:t>
            </a:r>
            <a:r>
              <a:rPr lang="en-US" sz="63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Groq</a:t>
            </a:r>
            <a:r>
              <a:rPr lang="en-US" sz="6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+ </a:t>
            </a:r>
            <a:r>
              <a:rPr lang="en-US" sz="63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290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B82F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 Engineer Assessment | Analytics Vidhya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98590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Bilal Surti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Computer Engineering Graduate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6005"/>
            <a:ext cx="5334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39355"/>
            <a:ext cx="5334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Statement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10128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Information Fricton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615630"/>
            <a:ext cx="47434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science learners encounter massive friction navigating unstructured discussion forums like Stack Overflow. Researching specific coding patterns becomes time-intensive.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323463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3748980"/>
            <a:ext cx="47434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production-ready Al system that provides accurate, context-grounded answers to Python questions while strictly preventing hallucinations.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6855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66313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Knowledge Base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17748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Utilized a high-quality corpus of Stack Overflow Python Q&amp;A pairs to ensure industry-standard accuracy.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6380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52500" y="399663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50,000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Python QA Documents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43478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Rich Metadata: Title, Code, &amp; Tags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87293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Indexed for efficient semantic search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04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85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96742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219699" y="1552971"/>
            <a:ext cx="6667501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762000"/>
            <a:ext cx="4800600" cy="108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762000"/>
            <a:ext cx="57150" cy="1089421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232421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modular pipeline ensures each request is verified against the knowledge base before generation.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3337321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→ Ingestion Layer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775471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Embeddings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→ Vector representation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4213621"/>
            <a:ext cx="4381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Qdrant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Cloud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→ Persistence engine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4651771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Retriever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→ Similarity matching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5089921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Groq LLM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→ Synthesis engine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5528071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Response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→ Grounded Answer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Processing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Pipeline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311080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Ingestion: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Processing 50k Stack Overflow pairs into standardized LangChain Document formats.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54895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Sanitization: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Cleaning HTML and isolating Python code blocks for clear semantic extraction.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52500" y="398710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Embedding: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Mapping text into dense vector space using HuggingFace sentence-transformers.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4425255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Indexing: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Fast semantic retrieval using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Qdrant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Cloud Vector Search for high-speed lookups.</a:t>
            </a:r>
            <a:endParaRPr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46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276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091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4906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6855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RAG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Mechanics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66313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Context-Grounded Logic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17748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system prioritizes retrieval quality to eliminate LLM hallucinations.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6380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52499" y="3996631"/>
            <a:ext cx="521970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 K + Threshold Filtering + Source Attribution: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Pulling the most relevant context.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952498" y="4662013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Guardrail Logic: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Enforcing strict similarity thresholds.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952498" y="499350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Groq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Llama 3.1: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Ultra-fast synthesis of the final answer.</a:t>
            </a:r>
            <a:endParaRPr dirty="0"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04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70963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7295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Documentation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304800" y="2868517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Swagger UI Implementation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04800" y="3428992"/>
            <a:ext cx="5334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provides an interactive interface at /docs to verify system health and core endpoints.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 Deployed on Railway Cloud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690562" y="517490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GET /health: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Service liveness check.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685800" y="5512763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POST /ask: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Primary Q&amp;A endpoint.</a:t>
            </a:r>
            <a:endParaRPr dirty="0"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" y="52225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" y="5570751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title="API Health.png"/>
          <p:cNvPicPr preferRelativeResize="0"/>
          <p:nvPr/>
        </p:nvPicPr>
        <p:blipFill rotWithShape="1">
          <a:blip r:embed="rId6">
            <a:alphaModFix/>
          </a:blip>
          <a:srcRect l="-4753" t="-14451" r="-1101" b="-5872"/>
          <a:stretch/>
        </p:blipFill>
        <p:spPr>
          <a:xfrm>
            <a:off x="4953725" y="1063875"/>
            <a:ext cx="7285900" cy="4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6855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Grounded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Capability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152013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 Response Example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2289718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Demonstrating a valid Python query. The system retrieves precise context and maintains code integrity.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172200" y="203350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Query: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"What is a Python decorator?"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172200" y="239700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Accuracy: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 semantic overlap with SO data.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172200" y="278940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Comprehensive code-first explanation.</a:t>
            </a:r>
            <a:endParaRPr/>
          </a:p>
        </p:txBody>
      </p:sp>
      <p:pic>
        <p:nvPicPr>
          <p:cNvPr id="193" name="Google Shape;193;p20" title="Response.png"/>
          <p:cNvPicPr preferRelativeResize="0"/>
          <p:nvPr/>
        </p:nvPicPr>
        <p:blipFill rotWithShape="1">
          <a:blip r:embed="rId5">
            <a:alphaModFix/>
          </a:blip>
          <a:srcRect t="18020" b="18013"/>
          <a:stretch/>
        </p:blipFill>
        <p:spPr>
          <a:xfrm>
            <a:off x="74575" y="3181800"/>
            <a:ext cx="12042876" cy="36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7380"/>
            <a:ext cx="5429250" cy="328999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Guardrails &amp;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Sources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1480480"/>
            <a:ext cx="57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Hallucination Prevention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61564" y="5773067"/>
            <a:ext cx="5534436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Safely rejecting irrelevant (FIFA</a:t>
            </a:r>
            <a:r>
              <a:rPr lang="en-US" sz="10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+ Similarity </a:t>
            </a:r>
            <a:r>
              <a:rPr lang="en-IN" sz="10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Threshold Validation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 queries.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6148313" y="1480468"/>
            <a:ext cx="57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 Attribution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753605" y="6346869"/>
            <a:ext cx="5429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Transparent mapping to original SO IDs.</a:t>
            </a:r>
            <a:endParaRPr dirty="0"/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699946"/>
            <a:ext cx="5805277" cy="275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2900" y="2008950"/>
            <a:ext cx="6251477" cy="413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5975" y="2326927"/>
            <a:ext cx="5724525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62000" y="57150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Scale &amp; </a:t>
            </a:r>
            <a:r>
              <a:rPr lang="en-US" sz="39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Future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509870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Thank you! | </a:t>
            </a:r>
            <a:r>
              <a:rPr lang="en-US" sz="1800" b="0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Bilal Surti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41741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Roadmap to Production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286500" y="2717452"/>
            <a:ext cx="49434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 dirty="0"/>
          </a:p>
        </p:txBody>
      </p:sp>
      <p:sp>
        <p:nvSpPr>
          <p:cNvPr id="219" name="Google Shape;219;p22"/>
          <p:cNvSpPr txBox="1"/>
          <p:nvPr/>
        </p:nvSpPr>
        <p:spPr>
          <a:xfrm>
            <a:off x="6286500" y="3860452"/>
            <a:ext cx="49434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GROUNDED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2855565"/>
            <a:ext cx="48863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Streamlit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Web Interface: </a:t>
            </a:r>
            <a:r>
              <a:rPr lang="en-US" sz="15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User-friendly interface for </a:t>
            </a:r>
            <a:r>
              <a:rPr lang="en-IN" sz="15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interacting with the assistant.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937736" y="3649261"/>
            <a:ext cx="45624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Authentication: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Secure access control and user management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937737" y="4365619"/>
            <a:ext cx="45624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Conversation Memory: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Maintain context and chat history across multiple user interactions.</a:t>
            </a:r>
            <a:endParaRPr dirty="0"/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046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450" y="372103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3042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423</Words>
  <Application>Microsoft Office PowerPoint</Application>
  <PresentationFormat>Widescreen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Urbanist</vt:lpstr>
      <vt:lpstr>Calibri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Bilal Surti</dc:creator>
  <cp:lastModifiedBy>Bilal Surti</cp:lastModifiedBy>
  <cp:revision>7</cp:revision>
  <dcterms:modified xsi:type="dcterms:W3CDTF">2026-06-13T22:24:44Z</dcterms:modified>
</cp:coreProperties>
</file>